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Serial Optimisation of Conway’s Game of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7E1F0"/>
                </a:solidFill>
              </a:defRPr>
            </a:pPr>
            <a:r>
              <a:t>COSC7502 Milestone 1</a:t>
            </a:r>
            <a:br/>
            <a:r>
              <a:t>Draft presentation for later refinement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48463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7448" y="50109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0055" y="48463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12664" y="50109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05272" y="48463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79" y="50109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484632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1. Problem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572"/>
                </a:solidFill>
              </a:defRPr>
            </a:pPr>
            <a:r>
              <a:t>What is Conway’s Game of Life and what is being optimised?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Conway’s Game of Life is a two-dimensional cellular automaton. Each cell is either alive or dead, and the grid evolves in discrete generations.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Each cell examines its eight Moore-neighbour cells. A dead cell becomes alive with exactly three live neighbours; a live cell survives with two or three live neighbours.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reference model uses synchronous updates: every next-state decision is based on the same current generation.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world is toroidal, so the left edge connects to the right edge and the top edge connects to the bottom edge.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reference visual model uses a 101 × 101 world, while larger grids are used for formal performance benchmarking.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2. Baseline Serial Implementation (V0)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03520" cy="4526280"/>
          </a:xfrm>
          <a:prstGeom prst="roundRect">
            <a:avLst/>
          </a:prstGeom>
          <a:solidFill>
            <a:srgbClr val="F2F5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A44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84831"/>
            <a:ext cx="4800600" cy="35661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C++17 serial implementation.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Two buffers: current_ and next_.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Grid stored as vector&lt;vector&lt;uint8_t&gt;&gt;.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Nested 3 × 3 neighbour loops with a centre-skip condition.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Toroidal coordinates computed repeatedly in the hot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303520" cy="4526280"/>
          </a:xfrm>
          <a:prstGeom prst="roundRect">
            <a:avLst/>
          </a:prstGeom>
          <a:solidFill>
            <a:srgbClr val="F2F5F9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2763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A44"/>
                </a:solidFill>
              </a:defRPr>
            </a:pPr>
            <a:r>
              <a:t>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84831"/>
            <a:ext cx="4800600" cy="35661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Deterministic random seed for reproducible initial states.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Tests cover block, blinker, glider and wrapping behaviour.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Live-cell count and checksum are recorded after each benchmark.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All later versions must reproduce V0 outputs exactly.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232830"/>
                </a:solidFill>
              </a:defRPr>
            </a:pPr>
            <a:r>
              <a:t>Only generation updates are timed.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3. Profiling the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C6572"/>
                </a:solidFill>
              </a:defRPr>
            </a:pPr>
            <a:r>
              <a:t>Optimisation decisions were guided by measured hotspots.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V0 baseline was profiled with gprof on the UQ Rangpur cluster.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For a 2048 × 2048 grid over 1000 generations, Life::live_neighbours accounted for about 96.61% of sampled self time.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This showed that neighbour calculation, not setup or output, was the dominant performance bottleneck.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Therefore, the optimisation sequence focused on reducing repeated work, improving memory layout, and simplifying neighbour evaluation.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This profiling-first approach avoids making speculative changes without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4. Optimisation V1 — Precomputed Toroidal Indices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V1 precomputes x_prev, x_next, y_prev and y_next once when the simulation is created.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This removes repeated wrapping calculations from every neighbour lookup in every generation.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two-dimensional grid, Game of Life rule, traversal order and double-buffer structure were otherwise kept unchanged.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Formal median runtime improved from 90.852 s to 20.354 s on the 2048 × 2048 workload.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This corresponds to about 4.46× speedup over V0 for the largest tested grid.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5. Optimisation V2 — Contiguous Row-Major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V2 replaces vector&lt;vector&lt;uint8_t&gt;&gt; with a single vector&lt;uint8_t&gt;.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A cell at coordinate (x, y) is stored at index y × width + x.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This removes row indirection and stores the full grid in one contiguous allocation.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V1’s precomputed wrapping indices are retained so that only one major design change is tested at a time.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On 2048 × 2048, median runtime falls from 20.354 s to 16.925 s: about 1.20× incremental speedup over V1.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6. Optimisation V3 — Explicit Eight-Neighbour 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V3 removes the generic nested dx/dy neighbour loops and the centre-skip branch.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Because a Moore neighbourhood always contains exactly eight relevant cells, the eight accesses are written explicitly.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contiguous V2 grid, precomputed wrapping arrays, Game of Life rule and benchmark settings remain unchanged.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On 2048 × 2048, median runtime falls from 16.925 s to 16.075 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This is a modest but repeatable improvement of about 1.05× over V2, showing diminishing returns after the major V1 gain.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7. Benchmarking Methodology and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9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V0</a:t>
                      </a:r>
                    </a:p>
                  </a:txBody>
                  <a:tcPr>
                    <a:solidFill>
                      <a:srgbClr val="19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19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19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19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512²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5.7009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1.2766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1.0636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1.0106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1024²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22.7640 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5.0699 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4.2061 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4.0028 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2048²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90.8522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20.3544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16.9248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16.0748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V3 vs V0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830"/>
                          </a:solidFill>
                        </a:defRPr>
                      </a:pPr>
                      <a:r>
                        <a:t>≈ 5.65×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526280"/>
            <a:ext cx="10424160" cy="16459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232830"/>
                </a:solidFill>
              </a:defRPr>
            </a:pPr>
            <a:r>
              <a:t>Formal benchmarks were run on UQ Rangpur using one CPU, GCC 8.5.0 and -O3 -DNDEBUG.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232830"/>
                </a:solidFill>
              </a:defRPr>
            </a:pPr>
            <a:r>
              <a:t>Each configuration used 800 generations, density 35%, seed 12345 and five repetitions.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232830"/>
                </a:solidFill>
              </a:defRPr>
            </a:pPr>
            <a:r>
              <a:t>All matching runs produced identical live-cell counts and checksums across V0–V3.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A44"/>
                </a:solidFill>
              </a:defRPr>
            </a:pPr>
            <a:r>
              <a:t>8. Reflection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final V3 implementation is approximately 5.65× faster than the V0 serial baseline across the tested problem sizes.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largest improvement came from V1, which removed repeated toroidal wrapping work from the dominant hotspot.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V2 and V3 still produced measurable improvements, but the gains became smaller, demonstrating diminishing returns.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The experiment also showed why correctness validation matters: speedup is meaningful only when all versions produce the same simulation result.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Profiling was essential for deciding where to optimise and for explaining how the bottleneck moved after each change.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Overall, the milestone demonstrates a controlled serial optimisation process: measure, identify a hotspot, change one major factor, validate correctness, and benchmark again.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COSC7502 Milestone 1 — Draft content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